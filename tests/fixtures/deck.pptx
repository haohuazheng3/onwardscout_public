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spoilage story. Fictional company for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as of September.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Fernbrook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4630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Cold-chain monitoring for small grocers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Traction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27 paying stores</a:t>
            </a:r>
            <a:endParaRPr lang="en-US" dirty="0"/>
          </a:p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000000"/>
                </a:solidFill>
              </a:rPr>
              <a:t>$41K ARR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The Ask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Raising $900K pre-seed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Fernbrook pitch (fictional)</dc:title>
  <dc:subject>PptxGenJS Presentation</dc:subject>
  <dc:creator>PptxGenJS</dc:creator>
  <cp:lastModifiedBy>PptxGenJS</cp:lastModifiedBy>
  <cp:revision>1</cp:revision>
  <dcterms:created xsi:type="dcterms:W3CDTF">2026-10-21T09:06:49Z</dcterms:created>
  <dcterms:modified xsi:type="dcterms:W3CDTF">2026-10-21T09:06:49Z</dcterms:modified>
</cp:coreProperties>
</file>